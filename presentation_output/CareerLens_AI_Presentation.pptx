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7048AA"/>
                </a:solidFill>
                <a:latin typeface="Calibri"/>
              </a:rPr>
              <a:t>CareerLens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2B5BBF"/>
                </a:solidFill>
                <a:latin typeface="Calibri"/>
              </a:rPr>
              <a:t>Smart Resume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5C6578"/>
                </a:solidFill>
                <a:latin typeface="Calibri"/>
              </a:rPr>
              <a:t>AI-Powered Resume Analysis &amp; Career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069080"/>
            <a:ext cx="4937760" cy="1143000"/>
          </a:xfrm>
          <a:prstGeom prst="rect">
            <a:avLst/>
          </a:prstGeom>
          <a:solidFill>
            <a:srgbClr val="ECF2FF"/>
          </a:solidFill>
          <a:ln w="12700">
            <a:solidFill>
              <a:srgbClr val="2B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>
                <a:solidFill>
                  <a:srgbClr val="1C1F26"/>
                </a:solidFill>
                <a:latin typeface="Calibri"/>
              </a:defRPr>
            </a:pPr>
            <a:r>
              <a:t>Name: Priti Darshini Biswal</a:t>
            </a:r>
            <a:br/>
            <a:r>
              <a:t>Course: B.Tech CSE</a:t>
            </a:r>
            <a:br/>
            <a:r>
              <a:t>College: Gurugram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578"/>
                </a:solidFill>
                <a:latin typeface="Calibri"/>
              </a:rPr>
              <a:t>CareerLens AI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B5BBF"/>
                </a:solidFill>
                <a:latin typeface="Calibri"/>
              </a:rPr>
              <a:t>The Problem with Traditional Resumes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234440" cy="36576"/>
          </a:xfrm>
          <a:prstGeom prst="rect">
            <a:avLst/>
          </a:prstGeom>
          <a:solidFill>
            <a:srgbClr val="70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Users don’t know suitable job roles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Lack of skill gap awareness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Resumes are not ATS-friendly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No intelligent guidance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297680" cy="1920240"/>
          </a:xfrm>
          <a:prstGeom prst="rect">
            <a:avLst/>
          </a:prstGeom>
          <a:solidFill>
            <a:srgbClr val="ECF2FF"/>
          </a:solidFill>
          <a:ln w="12700">
            <a:solidFill>
              <a:srgbClr val="2B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>
                <a:solidFill>
                  <a:srgbClr val="1C1F26"/>
                </a:solidFill>
                <a:latin typeface="Calibri"/>
              </a:defRPr>
            </a:pPr>
            <a:r>
              <a:t>Example: A student with Python, SQL, and project experience may not know whether to target Data Analyst, Python Developer, or Testing roles.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578"/>
                </a:solidFill>
                <a:latin typeface="Calibri"/>
              </a:rPr>
              <a:t>CareerLens AI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B5BBF"/>
                </a:solidFill>
                <a:latin typeface="Calibri"/>
              </a:rPr>
              <a:t>Introducing CareerLens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234440" cy="36576"/>
          </a:xfrm>
          <a:prstGeom prst="rect">
            <a:avLst/>
          </a:prstGeom>
          <a:solidFill>
            <a:srgbClr val="70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Upload Resume (PDF)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Predict Top 3 Job Roles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Generate AI-based description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Skill gap analysis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Resume scoring and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508760"/>
            <a:ext cx="3749039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828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C6578"/>
                </a:solidFill>
                <a:latin typeface="Calibri"/>
              </a:defRPr>
            </a:pPr>
            <a:r>
              <a:t>Insert Screenshot: Application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578"/>
                </a:solidFill>
                <a:latin typeface="Calibri"/>
              </a:rPr>
              <a:t>CareerLens AI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B5BBF"/>
                </a:solidFill>
                <a:latin typeface="Calibri"/>
              </a:rP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234440" cy="36576"/>
          </a:xfrm>
          <a:prstGeom prst="rect">
            <a:avLst/>
          </a:prstGeom>
          <a:solidFill>
            <a:srgbClr val="70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1143000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000000"/>
                </a:solidFill>
                <a:latin typeface="Calibri"/>
              </a:defRPr>
            </a:pPr>
            <a:r>
              <a:t>Resume Upload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527048"/>
            <a:ext cx="0" cy="2377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886200" y="1764792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000000"/>
                </a:solidFill>
                <a:latin typeface="Calibri"/>
              </a:defRPr>
            </a:pPr>
            <a:r>
              <a:t>Resume Parsing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148840"/>
            <a:ext cx="0" cy="2377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386584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000000"/>
                </a:solidFill>
                <a:latin typeface="Calibri"/>
              </a:defRPr>
            </a:pPr>
            <a:r>
              <a:t>Text Cleaning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770632"/>
            <a:ext cx="0" cy="2377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86200" y="3008376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000000"/>
                </a:solidFill>
                <a:latin typeface="Calibri"/>
              </a:defRPr>
            </a:pPr>
            <a:r>
              <a:t>TF-IDF Feature Extraction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392424"/>
            <a:ext cx="0" cy="2377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86200" y="3630168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000000"/>
                </a:solidFill>
                <a:latin typeface="Calibri"/>
              </a:defRPr>
            </a:pPr>
            <a:r>
              <a:t>ML Model Prediction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4014215"/>
            <a:ext cx="0" cy="2377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86200" y="4251959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000000"/>
                </a:solidFill>
                <a:latin typeface="Calibri"/>
              </a:defRPr>
            </a:pPr>
            <a:r>
              <a:t>Top 3 Job Roles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636007"/>
            <a:ext cx="0" cy="2377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886200" y="4873752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000000"/>
                </a:solidFill>
                <a:latin typeface="Calibri"/>
              </a:defRPr>
            </a:pPr>
            <a:r>
              <a:t>AI Description + Recommendations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5257800"/>
            <a:ext cx="0" cy="23774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886200" y="5495544"/>
            <a:ext cx="4389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000000"/>
                </a:solidFill>
                <a:latin typeface="Calibri"/>
              </a:defRPr>
            </a:pPr>
            <a:r>
              <a:t>Final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47395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578"/>
                </a:solidFill>
                <a:latin typeface="Calibri"/>
              </a:rPr>
              <a:t>CareerLens AI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B5BBF"/>
                </a:solidFill>
                <a:latin typeface="Calibri"/>
              </a:rPr>
              <a:t>Core ML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234440" cy="36576"/>
          </a:xfrm>
          <a:prstGeom prst="rect">
            <a:avLst/>
          </a:prstGeom>
          <a:solidFill>
            <a:srgbClr val="70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852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Algorithm: Support Vector Machine (SVC)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Feature Extraction: TF-IDF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Dataset: Resume dataset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Output: Top 3 predicted job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554480"/>
            <a:ext cx="4297680" cy="1554480"/>
          </a:xfrm>
          <a:prstGeom prst="rect">
            <a:avLst/>
          </a:prstGeom>
          <a:solidFill>
            <a:srgbClr val="ECF2FF"/>
          </a:solidFill>
          <a:ln w="12700">
            <a:solidFill>
              <a:srgbClr val="2B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>
                <a:solidFill>
                  <a:srgbClr val="1C1F26"/>
                </a:solidFill>
                <a:latin typeface="Calibri"/>
              </a:defRPr>
            </a:pPr>
            <a:r>
              <a:t>Input → Resume text</a:t>
            </a:r>
            <a:br/>
            <a:r>
              <a:t>Output → Data Scientist, Analyst, Python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578"/>
                </a:solidFill>
                <a:latin typeface="Calibri"/>
              </a:rPr>
              <a:t>CareerLens AI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B5BBF"/>
                </a:solidFill>
                <a:latin typeface="Calibri"/>
              </a:rPr>
              <a:t>AI-Powered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234440" cy="36576"/>
          </a:xfrm>
          <a:prstGeom prst="rect">
            <a:avLst/>
          </a:prstGeom>
          <a:solidFill>
            <a:srgbClr val="70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Resume description generation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Chatbot-based interaction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Smart career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508760"/>
            <a:ext cx="420624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828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C6578"/>
                </a:solidFill>
                <a:latin typeface="Calibri"/>
              </a:defRPr>
            </a:pPr>
            <a:r>
              <a:t>Insert Screenshot: Chatbot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578"/>
                </a:solidFill>
                <a:latin typeface="Calibri"/>
              </a:rPr>
              <a:t>CareerLens AI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B5BBF"/>
                </a:solidFill>
                <a:latin typeface="Calibri"/>
              </a:rPr>
              <a:t>System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234440" cy="36576"/>
          </a:xfrm>
          <a:prstGeom prst="rect">
            <a:avLst/>
          </a:prstGeom>
          <a:solidFill>
            <a:srgbClr val="70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Resume parsing from PDF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Job role prediction (Top 3)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Skill gap analysis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Resume scoring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Course recommendations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Resume improvement suggestions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578"/>
                </a:solidFill>
                <a:latin typeface="Calibri"/>
              </a:rPr>
              <a:t>CareerLens AI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B5BBF"/>
                </a:solidFill>
                <a:latin typeface="Calibri"/>
              </a:rPr>
              <a:t>Project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234440" cy="36576"/>
          </a:xfrm>
          <a:prstGeom prst="rect">
            <a:avLst/>
          </a:prstGeom>
          <a:solidFill>
            <a:srgbClr val="70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333756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828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C6578"/>
                </a:solidFill>
                <a:latin typeface="Calibri"/>
              </a:defRPr>
            </a:pPr>
            <a:r>
              <a:t>Insert Screenshot:</a:t>
            </a:r>
            <a:br/>
            <a:r>
              <a:t>Resume Upload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1417320"/>
            <a:ext cx="333756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828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C6578"/>
                </a:solidFill>
                <a:latin typeface="Calibri"/>
              </a:defRPr>
            </a:pPr>
            <a:r>
              <a:t>Insert Screenshot:</a:t>
            </a:r>
            <a:br/>
            <a:r>
              <a:t>Prediction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417320"/>
            <a:ext cx="333756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828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C6578"/>
                </a:solidFill>
                <a:latin typeface="Calibri"/>
              </a:defRPr>
            </a:pPr>
            <a:r>
              <a:t>Insert Screenshot:</a:t>
            </a:r>
            <a:br/>
            <a:r>
              <a:t>AI Description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578"/>
                </a:solidFill>
                <a:latin typeface="Calibri"/>
              </a:rPr>
              <a:t>CareerLens AI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B5BBF"/>
                </a:solidFill>
                <a:latin typeface="Calibri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234440" cy="36576"/>
          </a:xfrm>
          <a:prstGeom prst="rect">
            <a:avLst/>
          </a:prstGeom>
          <a:solidFill>
            <a:srgbClr val="70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Job matching system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Resume ranking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Advanced chatbot</a:t>
            </a:r>
          </a:p>
          <a:p>
            <a:pPr>
              <a:spcAft>
                <a:spcPts val="900"/>
              </a:spcAft>
              <a:defRPr sz="2000">
                <a:solidFill>
                  <a:srgbClr val="1C1F26"/>
                </a:solidFill>
                <a:latin typeface="Calibri"/>
              </a:defRPr>
            </a:pPr>
            <a:r>
              <a:t>Full web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74320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7048AA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6578"/>
                </a:solidFill>
                <a:latin typeface="Calibri"/>
              </a:rPr>
              <a:t>CareerLens AI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